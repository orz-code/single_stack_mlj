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2730" y="-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8AFC5-C22D-10C2-8F63-E13494176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DF6EDB5-3BFF-A8A5-7B0B-488A29715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EC1F16-D08D-65F4-6248-2A79250B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C390-2856-447E-94D4-8C7B22C1A8F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A29035-B2B6-2C2D-49F1-2BAF29B6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7BCC0C-2F68-150E-9171-A897C12C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43DF-FEC3-4E76-88F6-B7986FD07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34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0F6EF9-4ECE-312E-2246-895F1C34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7A6908-1D41-C525-0458-DBBA6090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3A6958-C226-BB74-1C04-2E793F8A6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C390-2856-447E-94D4-8C7B22C1A8F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B4FB9A-5117-72C2-1D77-25FED8553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8A79B0-9FD4-0701-0296-8DDAB7716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43DF-FEC3-4E76-88F6-B7986FD07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019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FDAA3-323C-7854-8702-3722D4BD6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346DC0-EA3A-B463-1BEC-4AE8488FF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E4C384-1AD5-1715-9FD1-5CE3979B6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C390-2856-447E-94D4-8C7B22C1A8F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EE265-5C76-C860-F221-86851325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7DD335-3D75-FC65-9352-42271A79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43DF-FEC3-4E76-88F6-B7986FD07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73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5F186E-08EF-397A-2893-C4BB2041F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B08101-ED6D-368D-60F1-6DB04A0AB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7FB47A-E30F-B2EB-4DA5-297341D01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7025BD-B1A4-E6D6-0129-D87A79BEC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C390-2856-447E-94D4-8C7B22C1A8F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7EE5EB-702B-1298-F851-48481881E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415BF8-3787-5086-95BA-359FF42F2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43DF-FEC3-4E76-88F6-B7986FD07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004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033A8-C73F-BAEB-5EE2-E2F505A74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2FB4E6-5081-DADA-21B4-C598F287A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91A574-8ED1-667B-494B-649D3BFBA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6B59CC-3B54-A3BA-080F-E3D82BD8C6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CC70176-99BE-725C-308A-008EB007F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594FBA-2BC6-2063-A8FF-BE39936D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C390-2856-447E-94D4-8C7B22C1A8F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7B4D04A-7427-262F-F9EB-383E0E50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CE5AAB8-EB93-EAC5-B10B-D60AA44C2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43DF-FEC3-4E76-88F6-B7986FD07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195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B0988-0721-CEAA-78C5-1CFB4719D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558998-AD3E-3C4F-AE41-20A3C8466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C390-2856-447E-94D4-8C7B22C1A8F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830D5D-0066-853C-6C78-09BD545A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FD0113-940A-C218-8CD9-6143F1503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43DF-FEC3-4E76-88F6-B7986FD07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03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32740D-253D-9644-76F2-93AD21F6D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C390-2856-447E-94D4-8C7B22C1A8F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9F7569-54C5-2A63-4CDF-00EC7976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18DA30-712D-B200-4975-F89B5E95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43DF-FEC3-4E76-88F6-B7986FD07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33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4E340-50DD-A757-AF14-8014C1628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A427CE-1714-F7D5-9A7B-43588F712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F87E5A-6B5C-7F9F-9763-BD1CC8F12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78E7AA-5672-6F08-23FE-D080F92A9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C390-2856-447E-94D4-8C7B22C1A8F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4F6DF2-EA88-43B4-B217-AA513CD20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CE60A9-751F-D3AE-C7CF-99E83138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43DF-FEC3-4E76-88F6-B7986FD07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29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5AEC4-422F-3978-F535-C3384490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A29BCF0-4CCF-1423-7E8D-E2E10EAB6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473A5D-FF43-1FE8-BDD5-E20ED441B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24265F-68E2-78AD-C14C-58BB709F5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C390-2856-447E-94D4-8C7B22C1A8F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B1E8AB-9CE8-673C-E279-0A302898A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3F5588-FBD1-11C5-8243-A0EE0DB7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43DF-FEC3-4E76-88F6-B7986FD07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219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14861F-5C9F-EFF2-2A94-299EFE93C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01D59F-255C-D67D-BB0E-8705E82AC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06D68A-9494-3FCB-DA39-96B52EDD1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C390-2856-447E-94D4-8C7B22C1A8F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331194-644A-32C4-715A-D784B89EC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D89578-3865-03F8-3EAF-8720EAEF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43DF-FEC3-4E76-88F6-B7986FD07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84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F4554B-5060-A9A2-9DCF-37F6EC67A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0303D9-54DA-F844-E7F0-7BA63A108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D7828B-DFFF-221E-8B5A-3432D6FB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C390-2856-447E-94D4-8C7B22C1A8F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F98B25-67BD-3716-BBED-04B9683A4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43DA38-7526-5A86-2DA2-628BADB9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43DF-FEC3-4E76-88F6-B7986FD07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490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CCFEB7-C723-58EB-3646-B70ECF84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AF8D5F-5832-FA4B-44CE-61AD2C5FE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597769-575E-D7FF-C00F-9B3C442C4E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BC390-2856-447E-94D4-8C7B22C1A8F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EF6796-4DC2-7D58-3ED5-F0A9362A6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C0C22E-3A5D-CA68-25C7-897A02968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243DF-FEC3-4E76-88F6-B7986FD078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497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6934381-5FF3-C2CA-3CCD-99D0EA87F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527" y="104779"/>
            <a:ext cx="8848437" cy="6626074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6626D26-FA75-B883-617E-4CCBE05B2B5C}"/>
              </a:ext>
            </a:extLst>
          </p:cNvPr>
          <p:cNvCxnSpPr>
            <a:cxnSpLocks/>
          </p:cNvCxnSpPr>
          <p:nvPr/>
        </p:nvCxnSpPr>
        <p:spPr>
          <a:xfrm>
            <a:off x="5067300" y="638175"/>
            <a:ext cx="0" cy="315277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5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D254AE9-E5AF-C4E0-6082-82F72562F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625" y="109855"/>
            <a:ext cx="8864749" cy="663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703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4FFFFAA-1EBC-542D-A170-0DDF64855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924" y="0"/>
            <a:ext cx="91581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819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2B7D4-84B6-5834-0528-07400BD63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78E63B1-630E-4791-34FE-0EFA606FE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924" y="0"/>
            <a:ext cx="91581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3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F0EB9-328C-F69B-8551-70C4778B9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9B12CE8-6FA2-6388-0944-FC8BD7494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924" y="0"/>
            <a:ext cx="91581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76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EB3C5-D06D-F3F8-FDEE-B51FF2AB9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D9E0DB5-39CB-074F-63C4-B3BED8EAF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924" y="0"/>
            <a:ext cx="91581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82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DB1AD-9ACE-28DB-8D66-99641696A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68EA36C-60A1-35F5-53DF-4C5B8B904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924" y="0"/>
            <a:ext cx="91581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57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Office PowerPoint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琳杰 孟</dc:creator>
  <cp:lastModifiedBy>琳杰 孟</cp:lastModifiedBy>
  <cp:revision>1</cp:revision>
  <dcterms:created xsi:type="dcterms:W3CDTF">2025-11-21T08:37:33Z</dcterms:created>
  <dcterms:modified xsi:type="dcterms:W3CDTF">2025-11-21T09:18:29Z</dcterms:modified>
</cp:coreProperties>
</file>